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963" r:id="rId2"/>
  </p:sldMasterIdLst>
  <p:notesMasterIdLst>
    <p:notesMasterId r:id="rId26"/>
  </p:notesMasterIdLst>
  <p:sldIdLst>
    <p:sldId id="2075" r:id="rId3"/>
    <p:sldId id="2076" r:id="rId4"/>
    <p:sldId id="2077" r:id="rId5"/>
    <p:sldId id="2078" r:id="rId6"/>
    <p:sldId id="2079" r:id="rId7"/>
    <p:sldId id="2080" r:id="rId8"/>
    <p:sldId id="2081" r:id="rId9"/>
    <p:sldId id="2091" r:id="rId10"/>
    <p:sldId id="2082" r:id="rId11"/>
    <p:sldId id="2083" r:id="rId12"/>
    <p:sldId id="2092" r:id="rId13"/>
    <p:sldId id="2084" r:id="rId14"/>
    <p:sldId id="2086" r:id="rId15"/>
    <p:sldId id="2087" r:id="rId16"/>
    <p:sldId id="2088" r:id="rId17"/>
    <p:sldId id="2090" r:id="rId18"/>
    <p:sldId id="2085" r:id="rId19"/>
    <p:sldId id="2093" r:id="rId20"/>
    <p:sldId id="2095" r:id="rId21"/>
    <p:sldId id="2094" r:id="rId22"/>
    <p:sldId id="2096" r:id="rId23"/>
    <p:sldId id="2098" r:id="rId24"/>
    <p:sldId id="2097" r:id="rId25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752618-77AF-4D8B-B5BF-EBF3142AAA9B}">
          <p14:sldIdLst>
            <p14:sldId id="2075"/>
            <p14:sldId id="2076"/>
            <p14:sldId id="2077"/>
            <p14:sldId id="2078"/>
            <p14:sldId id="2079"/>
            <p14:sldId id="2080"/>
            <p14:sldId id="2081"/>
            <p14:sldId id="2091"/>
            <p14:sldId id="2082"/>
            <p14:sldId id="2083"/>
            <p14:sldId id="2092"/>
            <p14:sldId id="2084"/>
            <p14:sldId id="2086"/>
            <p14:sldId id="2087"/>
            <p14:sldId id="2088"/>
            <p14:sldId id="2090"/>
            <p14:sldId id="2085"/>
            <p14:sldId id="2093"/>
            <p14:sldId id="2095"/>
            <p14:sldId id="2094"/>
            <p14:sldId id="2096"/>
            <p14:sldId id="2098"/>
            <p14:sldId id="20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136" userDrawn="1">
          <p15:clr>
            <a:srgbClr val="A4A3A4"/>
          </p15:clr>
        </p15:guide>
        <p15:guide id="4" pos="14278" userDrawn="1">
          <p15:clr>
            <a:srgbClr val="A4A3A4"/>
          </p15:clr>
        </p15:guide>
        <p15:guide id="5" pos="1078" userDrawn="1">
          <p15:clr>
            <a:srgbClr val="A4A3A4"/>
          </p15:clr>
        </p15:guide>
        <p15:guide id="7" pos="7678" userDrawn="1">
          <p15:clr>
            <a:srgbClr val="A4A3A4"/>
          </p15:clr>
        </p15:guide>
        <p15:guide id="8" orient="horz" pos="5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3" clrIdx="0"/>
  <p:cmAuthor id="2" name="Microsoft Office User" initials="Office [2]" lastIdx="1" clrIdx="1"/>
  <p:cmAuthor id="3" name="NIRAND PISUTHA-ARNOND" initials="NPA" lastIdx="3" clrIdx="2">
    <p:extLst>
      <p:ext uri="{19B8F6BF-5375-455C-9EA6-DF929625EA0E}">
        <p15:presenceInfo xmlns:p15="http://schemas.microsoft.com/office/powerpoint/2012/main" userId="NIRAND PISUTHA-ARNON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F0"/>
    <a:srgbClr val="FA5C79"/>
    <a:srgbClr val="F2F2F2"/>
    <a:srgbClr val="F45656"/>
    <a:srgbClr val="62A3C4"/>
    <a:srgbClr val="ED7D31"/>
    <a:srgbClr val="6B8B9C"/>
    <a:srgbClr val="7F7F7F"/>
    <a:srgbClr val="004F8A"/>
    <a:srgbClr val="676D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921815-1022-40BD-B4C8-4D6F88F3EA2E}" v="12" dt="2024-03-03T06:46:12.609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6202" autoAdjust="0"/>
  </p:normalViewPr>
  <p:slideViewPr>
    <p:cSldViewPr snapToGrid="0" snapToObjects="1">
      <p:cViewPr varScale="1">
        <p:scale>
          <a:sx n="56" d="100"/>
          <a:sy n="56" d="100"/>
        </p:scale>
        <p:origin x="600" y="96"/>
      </p:cViewPr>
      <p:guideLst>
        <p:guide orient="horz" pos="8136"/>
        <p:guide pos="14278"/>
        <p:guide pos="1078"/>
        <p:guide pos="7678"/>
        <p:guide orient="horz" pos="5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AND PISUTHA-ARNOND" userId="547948d0-7b42-4fd1-a687-1c33c597d031" providerId="ADAL" clId="{2BA4BDB4-9AE6-4F59-B271-00E7A8B42A66}"/>
    <pc:docChg chg="undo custSel addSld delSld modSld sldOrd modSection">
      <pc:chgData name="NIRAND PISUTHA-ARNOND" userId="547948d0-7b42-4fd1-a687-1c33c597d031" providerId="ADAL" clId="{2BA4BDB4-9AE6-4F59-B271-00E7A8B42A66}" dt="2024-03-02T13:49:05.483" v="79" actId="20577"/>
      <pc:docMkLst>
        <pc:docMk/>
      </pc:docMkLst>
      <pc:sldChg chg="modSp">
        <pc:chgData name="NIRAND PISUTHA-ARNOND" userId="547948d0-7b42-4fd1-a687-1c33c597d031" providerId="ADAL" clId="{2BA4BDB4-9AE6-4F59-B271-00E7A8B42A66}" dt="2024-03-01T22:45:35.890" v="41" actId="20577"/>
        <pc:sldMkLst>
          <pc:docMk/>
          <pc:sldMk cId="1787578554" sldId="2076"/>
        </pc:sldMkLst>
        <pc:spChg chg="mod">
          <ac:chgData name="NIRAND PISUTHA-ARNOND" userId="547948d0-7b42-4fd1-a687-1c33c597d031" providerId="ADAL" clId="{2BA4BDB4-9AE6-4F59-B271-00E7A8B42A66}" dt="2024-03-01T22:45:35.890" v="41" actId="20577"/>
          <ac:spMkLst>
            <pc:docMk/>
            <pc:sldMk cId="1787578554" sldId="2076"/>
            <ac:spMk id="23" creationId="{367B121F-EADC-40A7-AD13-BF8A9543B5B7}"/>
          </ac:spMkLst>
        </pc:spChg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2071468655" sldId="2077"/>
        </pc:sldMkLst>
      </pc:sldChg>
      <pc:sldChg chg="addSp modSp mod">
        <pc:chgData name="NIRAND PISUTHA-ARNOND" userId="547948d0-7b42-4fd1-a687-1c33c597d031" providerId="ADAL" clId="{2BA4BDB4-9AE6-4F59-B271-00E7A8B42A66}" dt="2024-03-01T22:55:28.098" v="56" actId="13822"/>
        <pc:sldMkLst>
          <pc:docMk/>
          <pc:sldMk cId="3183767960" sldId="2085"/>
        </pc:sldMkLst>
        <pc:spChg chg="add mod">
          <ac:chgData name="NIRAND PISUTHA-ARNOND" userId="547948d0-7b42-4fd1-a687-1c33c597d031" providerId="ADAL" clId="{2BA4BDB4-9AE6-4F59-B271-00E7A8B42A66}" dt="2024-03-01T22:54:56.310" v="51" actId="20577"/>
          <ac:spMkLst>
            <pc:docMk/>
            <pc:sldMk cId="3183767960" sldId="2085"/>
            <ac:spMk id="2" creationId="{801F11D9-8884-4D71-7F83-9E04A28DCEF4}"/>
          </ac:spMkLst>
        </pc:spChg>
        <pc:spChg chg="mod">
          <ac:chgData name="NIRAND PISUTHA-ARNOND" userId="547948d0-7b42-4fd1-a687-1c33c597d031" providerId="ADAL" clId="{2BA4BDB4-9AE6-4F59-B271-00E7A8B42A66}" dt="2024-03-01T22:54:49.576" v="47" actId="1076"/>
          <ac:spMkLst>
            <pc:docMk/>
            <pc:sldMk cId="3183767960" sldId="2085"/>
            <ac:spMk id="4" creationId="{155C4A49-E044-4122-BD9C-3286803DB712}"/>
          </ac:spMkLst>
        </pc:spChg>
        <pc:spChg chg="add mod">
          <ac:chgData name="NIRAND PISUTHA-ARNOND" userId="547948d0-7b42-4fd1-a687-1c33c597d031" providerId="ADAL" clId="{2BA4BDB4-9AE6-4F59-B271-00E7A8B42A66}" dt="2024-03-01T22:55:28.098" v="56" actId="13822"/>
          <ac:spMkLst>
            <pc:docMk/>
            <pc:sldMk cId="3183767960" sldId="2085"/>
            <ac:spMk id="5" creationId="{93A5DFDC-C83C-8CCD-56B8-1ECAB62F0972}"/>
          </ac:spMkLst>
        </pc:spChg>
        <pc:spChg chg="mod">
          <ac:chgData name="NIRAND PISUTHA-ARNOND" userId="547948d0-7b42-4fd1-a687-1c33c597d031" providerId="ADAL" clId="{2BA4BDB4-9AE6-4F59-B271-00E7A8B42A66}" dt="2024-03-01T22:54:44.665" v="46" actId="1076"/>
          <ac:spMkLst>
            <pc:docMk/>
            <pc:sldMk cId="3183767960" sldId="2085"/>
            <ac:spMk id="6" creationId="{9AC444E8-CD33-4BF1-B904-7C73416636A9}"/>
          </ac:spMkLst>
        </pc:spChg>
        <pc:spChg chg="mod">
          <ac:chgData name="NIRAND PISUTHA-ARNOND" userId="547948d0-7b42-4fd1-a687-1c33c597d031" providerId="ADAL" clId="{2BA4BDB4-9AE6-4F59-B271-00E7A8B42A66}" dt="2024-03-01T22:55:00.791" v="52" actId="1076"/>
          <ac:spMkLst>
            <pc:docMk/>
            <pc:sldMk cId="3183767960" sldId="2085"/>
            <ac:spMk id="7" creationId="{7ABCAFEA-E214-4AFE-9B08-8682EBDC4A4C}"/>
          </ac:spMkLst>
        </pc:spChg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2862170930" sldId="2098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3063509678" sldId="2099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4245898454" sldId="2100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1480976114" sldId="2101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1868988195" sldId="2102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162037871" sldId="2103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3271597998" sldId="2104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507555763" sldId="2105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2991351484" sldId="2106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3473658938" sldId="2107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2729247372" sldId="2108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2846647832" sldId="2109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2282324191" sldId="2110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1735211136" sldId="2111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1180935070" sldId="2112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1591451611" sldId="2113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3067140395" sldId="2114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3636710048" sldId="2115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1031278349" sldId="2116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530455278" sldId="2117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4128180164" sldId="2118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3090352744" sldId="2119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3809670446" sldId="2120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3506574525" sldId="2121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3968220210" sldId="2122"/>
        </pc:sldMkLst>
      </pc:sldChg>
      <pc:sldChg chg="add">
        <pc:chgData name="NIRAND PISUTHA-ARNOND" userId="547948d0-7b42-4fd1-a687-1c33c597d031" providerId="ADAL" clId="{2BA4BDB4-9AE6-4F59-B271-00E7A8B42A66}" dt="2024-03-01T21:59:27.662" v="0"/>
        <pc:sldMkLst>
          <pc:docMk/>
          <pc:sldMk cId="613019520" sldId="2123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2954176222" sldId="2124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980843962" sldId="2125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1225484006" sldId="2126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1279110662" sldId="2127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384772332" sldId="2128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2686610723" sldId="2129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2644391995" sldId="2130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2590795433" sldId="2131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906623477" sldId="2132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1108586929" sldId="2133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718186925" sldId="2134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2339299520" sldId="2135"/>
        </pc:sldMkLst>
      </pc:sldChg>
      <pc:sldChg chg="add">
        <pc:chgData name="NIRAND PISUTHA-ARNOND" userId="547948d0-7b42-4fd1-a687-1c33c597d031" providerId="ADAL" clId="{2BA4BDB4-9AE6-4F59-B271-00E7A8B42A66}" dt="2024-03-01T21:59:45.497" v="1"/>
        <pc:sldMkLst>
          <pc:docMk/>
          <pc:sldMk cId="4166780334" sldId="2136"/>
        </pc:sldMkLst>
      </pc:sldChg>
      <pc:sldChg chg="delSp modSp new mod">
        <pc:chgData name="NIRAND PISUTHA-ARNOND" userId="547948d0-7b42-4fd1-a687-1c33c597d031" providerId="ADAL" clId="{2BA4BDB4-9AE6-4F59-B271-00E7A8B42A66}" dt="2024-03-01T22:00:13.775" v="15" actId="1076"/>
        <pc:sldMkLst>
          <pc:docMk/>
          <pc:sldMk cId="2621440499" sldId="2137"/>
        </pc:sldMkLst>
        <pc:spChg chg="del">
          <ac:chgData name="NIRAND PISUTHA-ARNOND" userId="547948d0-7b42-4fd1-a687-1c33c597d031" providerId="ADAL" clId="{2BA4BDB4-9AE6-4F59-B271-00E7A8B42A66}" dt="2024-03-01T22:00:11.426" v="14" actId="478"/>
          <ac:spMkLst>
            <pc:docMk/>
            <pc:sldMk cId="2621440499" sldId="2137"/>
            <ac:spMk id="2" creationId="{D285DCA6-F37F-494D-491D-FBCC87EF068B}"/>
          </ac:spMkLst>
        </pc:spChg>
        <pc:spChg chg="mod">
          <ac:chgData name="NIRAND PISUTHA-ARNOND" userId="547948d0-7b42-4fd1-a687-1c33c597d031" providerId="ADAL" clId="{2BA4BDB4-9AE6-4F59-B271-00E7A8B42A66}" dt="2024-03-01T22:00:13.775" v="15" actId="1076"/>
          <ac:spMkLst>
            <pc:docMk/>
            <pc:sldMk cId="2621440499" sldId="2137"/>
            <ac:spMk id="3" creationId="{E8CAA6FC-E7EA-4AEA-4237-0E785BF70EFD}"/>
          </ac:spMkLst>
        </pc:spChg>
      </pc:sldChg>
      <pc:sldChg chg="modSp add mod">
        <pc:chgData name="NIRAND PISUTHA-ARNOND" userId="547948d0-7b42-4fd1-a687-1c33c597d031" providerId="ADAL" clId="{2BA4BDB4-9AE6-4F59-B271-00E7A8B42A66}" dt="2024-03-01T22:00:26.614" v="19" actId="20577"/>
        <pc:sldMkLst>
          <pc:docMk/>
          <pc:sldMk cId="2834436588" sldId="2138"/>
        </pc:sldMkLst>
        <pc:spChg chg="mod">
          <ac:chgData name="NIRAND PISUTHA-ARNOND" userId="547948d0-7b42-4fd1-a687-1c33c597d031" providerId="ADAL" clId="{2BA4BDB4-9AE6-4F59-B271-00E7A8B42A66}" dt="2024-03-01T22:00:26.614" v="19" actId="20577"/>
          <ac:spMkLst>
            <pc:docMk/>
            <pc:sldMk cId="2834436588" sldId="2138"/>
            <ac:spMk id="3" creationId="{0A4F85A4-D971-9C18-D542-6508F45ABA0D}"/>
          </ac:spMkLst>
        </pc:spChg>
      </pc:sldChg>
      <pc:sldChg chg="modSp add mod">
        <pc:chgData name="NIRAND PISUTHA-ARNOND" userId="547948d0-7b42-4fd1-a687-1c33c597d031" providerId="ADAL" clId="{2BA4BDB4-9AE6-4F59-B271-00E7A8B42A66}" dt="2024-03-01T22:01:27.108" v="40" actId="313"/>
        <pc:sldMkLst>
          <pc:docMk/>
          <pc:sldMk cId="3816637623" sldId="2139"/>
        </pc:sldMkLst>
        <pc:spChg chg="mod">
          <ac:chgData name="NIRAND PISUTHA-ARNOND" userId="547948d0-7b42-4fd1-a687-1c33c597d031" providerId="ADAL" clId="{2BA4BDB4-9AE6-4F59-B271-00E7A8B42A66}" dt="2024-03-01T22:01:27.108" v="40" actId="313"/>
          <ac:spMkLst>
            <pc:docMk/>
            <pc:sldMk cId="3816637623" sldId="2139"/>
            <ac:spMk id="3" creationId="{F12D660D-D05F-CEFF-2502-2A7292607D21}"/>
          </ac:spMkLst>
        </pc:spChg>
      </pc:sldChg>
      <pc:sldChg chg="new del ord">
        <pc:chgData name="NIRAND PISUTHA-ARNOND" userId="547948d0-7b42-4fd1-a687-1c33c597d031" providerId="ADAL" clId="{2BA4BDB4-9AE6-4F59-B271-00E7A8B42A66}" dt="2024-03-02T13:48:57.265" v="60" actId="47"/>
        <pc:sldMkLst>
          <pc:docMk/>
          <pc:sldMk cId="925737476" sldId="2140"/>
        </pc:sldMkLst>
      </pc:sldChg>
      <pc:sldChg chg="modSp new mod">
        <pc:chgData name="NIRAND PISUTHA-ARNOND" userId="547948d0-7b42-4fd1-a687-1c33c597d031" providerId="ADAL" clId="{2BA4BDB4-9AE6-4F59-B271-00E7A8B42A66}" dt="2024-03-02T13:49:05.483" v="79" actId="20577"/>
        <pc:sldMkLst>
          <pc:docMk/>
          <pc:sldMk cId="3917243266" sldId="2140"/>
        </pc:sldMkLst>
        <pc:spChg chg="mod">
          <ac:chgData name="NIRAND PISUTHA-ARNOND" userId="547948d0-7b42-4fd1-a687-1c33c597d031" providerId="ADAL" clId="{2BA4BDB4-9AE6-4F59-B271-00E7A8B42A66}" dt="2024-03-02T13:49:01.989" v="62"/>
          <ac:spMkLst>
            <pc:docMk/>
            <pc:sldMk cId="3917243266" sldId="2140"/>
            <ac:spMk id="2" creationId="{B7CFB415-1D01-4E54-D4E5-E9FA70D0C7B7}"/>
          </ac:spMkLst>
        </pc:spChg>
        <pc:spChg chg="mod">
          <ac:chgData name="NIRAND PISUTHA-ARNOND" userId="547948d0-7b42-4fd1-a687-1c33c597d031" providerId="ADAL" clId="{2BA4BDB4-9AE6-4F59-B271-00E7A8B42A66}" dt="2024-03-02T13:49:05.483" v="79" actId="20577"/>
          <ac:spMkLst>
            <pc:docMk/>
            <pc:sldMk cId="3917243266" sldId="2140"/>
            <ac:spMk id="3" creationId="{6C6CF43B-06CD-ADA0-1CF2-37BD2AB11CF6}"/>
          </ac:spMkLst>
        </pc:spChg>
      </pc:sldChg>
    </pc:docChg>
  </pc:docChgLst>
  <pc:docChgLst>
    <pc:chgData name="NIRAND PISUTHA-ARNOND" userId="547948d0-7b42-4fd1-a687-1c33c597d031" providerId="ADAL" clId="{2E921815-1022-40BD-B4C8-4D6F88F3EA2E}"/>
    <pc:docChg chg="custSel modSld">
      <pc:chgData name="NIRAND PISUTHA-ARNOND" userId="547948d0-7b42-4fd1-a687-1c33c597d031" providerId="ADAL" clId="{2E921815-1022-40BD-B4C8-4D6F88F3EA2E}" dt="2024-03-03T06:46:14.602" v="22" actId="14100"/>
      <pc:docMkLst>
        <pc:docMk/>
      </pc:docMkLst>
      <pc:sldChg chg="modSp mod">
        <pc:chgData name="NIRAND PISUTHA-ARNOND" userId="547948d0-7b42-4fd1-a687-1c33c597d031" providerId="ADAL" clId="{2E921815-1022-40BD-B4C8-4D6F88F3EA2E}" dt="2024-03-03T03:19:20.600" v="7" actId="14100"/>
        <pc:sldMkLst>
          <pc:docMk/>
          <pc:sldMk cId="2970656958" sldId="2079"/>
        </pc:sldMkLst>
        <pc:spChg chg="mod">
          <ac:chgData name="NIRAND PISUTHA-ARNOND" userId="547948d0-7b42-4fd1-a687-1c33c597d031" providerId="ADAL" clId="{2E921815-1022-40BD-B4C8-4D6F88F3EA2E}" dt="2024-03-03T03:19:20.600" v="7" actId="14100"/>
          <ac:spMkLst>
            <pc:docMk/>
            <pc:sldMk cId="2970656958" sldId="2079"/>
            <ac:spMk id="19" creationId="{B6FCD541-B775-4AAF-B82D-49FD4DA82691}"/>
          </ac:spMkLst>
        </pc:spChg>
      </pc:sldChg>
      <pc:sldChg chg="modSp mod">
        <pc:chgData name="NIRAND PISUTHA-ARNOND" userId="547948d0-7b42-4fd1-a687-1c33c597d031" providerId="ADAL" clId="{2E921815-1022-40BD-B4C8-4D6F88F3EA2E}" dt="2024-03-03T03:19:16.787" v="1" actId="27636"/>
        <pc:sldMkLst>
          <pc:docMk/>
          <pc:sldMk cId="2950110777" sldId="2084"/>
        </pc:sldMkLst>
        <pc:spChg chg="mod">
          <ac:chgData name="NIRAND PISUTHA-ARNOND" userId="547948d0-7b42-4fd1-a687-1c33c597d031" providerId="ADAL" clId="{2E921815-1022-40BD-B4C8-4D6F88F3EA2E}" dt="2024-03-03T03:19:16.787" v="1" actId="27636"/>
          <ac:spMkLst>
            <pc:docMk/>
            <pc:sldMk cId="2950110777" sldId="2084"/>
            <ac:spMk id="2" creationId="{22FB399F-E817-45C2-A218-601F6B151B44}"/>
          </ac:spMkLst>
        </pc:spChg>
      </pc:sldChg>
      <pc:sldChg chg="modSp mod">
        <pc:chgData name="NIRAND PISUTHA-ARNOND" userId="547948d0-7b42-4fd1-a687-1c33c597d031" providerId="ADAL" clId="{2E921815-1022-40BD-B4C8-4D6F88F3EA2E}" dt="2024-03-03T06:46:14.602" v="22" actId="14100"/>
        <pc:sldMkLst>
          <pc:docMk/>
          <pc:sldMk cId="36837644" sldId="2093"/>
        </pc:sldMkLst>
        <pc:spChg chg="mod">
          <ac:chgData name="NIRAND PISUTHA-ARNOND" userId="547948d0-7b42-4fd1-a687-1c33c597d031" providerId="ADAL" clId="{2E921815-1022-40BD-B4C8-4D6F88F3EA2E}" dt="2024-03-03T06:46:14.602" v="22" actId="14100"/>
          <ac:spMkLst>
            <pc:docMk/>
            <pc:sldMk cId="36837644" sldId="2093"/>
            <ac:spMk id="19" creationId="{B6FCD541-B775-4AAF-B82D-49FD4DA82691}"/>
          </ac:spMkLst>
        </pc:spChg>
        <pc:spChg chg="mod">
          <ac:chgData name="NIRAND PISUTHA-ARNOND" userId="547948d0-7b42-4fd1-a687-1c33c597d031" providerId="ADAL" clId="{2E921815-1022-40BD-B4C8-4D6F88F3EA2E}" dt="2024-03-03T06:46:00.652" v="16" actId="14100"/>
          <ac:spMkLst>
            <pc:docMk/>
            <pc:sldMk cId="36837644" sldId="2093"/>
            <ac:spMk id="20" creationId="{AA7ED771-C347-4FD8-A813-290AE8DF58D4}"/>
          </ac:spMkLst>
        </pc:spChg>
        <pc:spChg chg="mod">
          <ac:chgData name="NIRAND PISUTHA-ARNOND" userId="547948d0-7b42-4fd1-a687-1c33c597d031" providerId="ADAL" clId="{2E921815-1022-40BD-B4C8-4D6F88F3EA2E}" dt="2024-03-03T06:45:55.360" v="13" actId="14100"/>
          <ac:spMkLst>
            <pc:docMk/>
            <pc:sldMk cId="36837644" sldId="2093"/>
            <ac:spMk id="22" creationId="{85AE8969-0F07-445D-8047-21079BA41700}"/>
          </ac:spMkLst>
        </pc:spChg>
      </pc:sldChg>
      <pc:sldChg chg="modSp mod">
        <pc:chgData name="NIRAND PISUTHA-ARNOND" userId="547948d0-7b42-4fd1-a687-1c33c597d031" providerId="ADAL" clId="{2E921815-1022-40BD-B4C8-4D6F88F3EA2E}" dt="2024-03-03T06:46:08.791" v="19" actId="14100"/>
        <pc:sldMkLst>
          <pc:docMk/>
          <pc:sldMk cId="1163387486" sldId="2094"/>
        </pc:sldMkLst>
        <pc:spChg chg="mod">
          <ac:chgData name="NIRAND PISUTHA-ARNOND" userId="547948d0-7b42-4fd1-a687-1c33c597d031" providerId="ADAL" clId="{2E921815-1022-40BD-B4C8-4D6F88F3EA2E}" dt="2024-03-03T06:46:08.791" v="19" actId="14100"/>
          <ac:spMkLst>
            <pc:docMk/>
            <pc:sldMk cId="1163387486" sldId="2094"/>
            <ac:spMk id="19" creationId="{B6FCD541-B775-4AAF-B82D-49FD4DA82691}"/>
          </ac:spMkLst>
        </pc:spChg>
        <pc:spChg chg="mod">
          <ac:chgData name="NIRAND PISUTHA-ARNOND" userId="547948d0-7b42-4fd1-a687-1c33c597d031" providerId="ADAL" clId="{2E921815-1022-40BD-B4C8-4D6F88F3EA2E}" dt="2024-03-03T06:45:49.823" v="10" actId="14100"/>
          <ac:spMkLst>
            <pc:docMk/>
            <pc:sldMk cId="1163387486" sldId="2094"/>
            <ac:spMk id="20" creationId="{AA7ED771-C347-4FD8-A813-290AE8DF58D4}"/>
          </ac:spMkLst>
        </pc:spChg>
      </pc:sldChg>
      <pc:sldChg chg="modSp mod">
        <pc:chgData name="NIRAND PISUTHA-ARNOND" userId="547948d0-7b42-4fd1-a687-1c33c597d031" providerId="ADAL" clId="{2E921815-1022-40BD-B4C8-4D6F88F3EA2E}" dt="2024-03-03T03:19:16.825" v="2" actId="27636"/>
        <pc:sldMkLst>
          <pc:docMk/>
          <pc:sldMk cId="2846647832" sldId="2109"/>
        </pc:sldMkLst>
        <pc:spChg chg="mod">
          <ac:chgData name="NIRAND PISUTHA-ARNOND" userId="547948d0-7b42-4fd1-a687-1c33c597d031" providerId="ADAL" clId="{2E921815-1022-40BD-B4C8-4D6F88F3EA2E}" dt="2024-03-03T03:19:16.825" v="2" actId="27636"/>
          <ac:spMkLst>
            <pc:docMk/>
            <pc:sldMk cId="2846647832" sldId="2109"/>
            <ac:spMk id="2" creationId="{BD97A382-9A32-4BFD-A667-46646A9A5F81}"/>
          </ac:spMkLst>
        </pc:spChg>
      </pc:sldChg>
      <pc:sldChg chg="modSp mod">
        <pc:chgData name="NIRAND PISUTHA-ARNOND" userId="547948d0-7b42-4fd1-a687-1c33c597d031" providerId="ADAL" clId="{2E921815-1022-40BD-B4C8-4D6F88F3EA2E}" dt="2024-03-03T03:19:16.963" v="4" actId="27636"/>
        <pc:sldMkLst>
          <pc:docMk/>
          <pc:sldMk cId="4128180164" sldId="2118"/>
        </pc:sldMkLst>
        <pc:spChg chg="mod">
          <ac:chgData name="NIRAND PISUTHA-ARNOND" userId="547948d0-7b42-4fd1-a687-1c33c597d031" providerId="ADAL" clId="{2E921815-1022-40BD-B4C8-4D6F88F3EA2E}" dt="2024-03-03T03:19:16.963" v="4" actId="27636"/>
          <ac:spMkLst>
            <pc:docMk/>
            <pc:sldMk cId="4128180164" sldId="2118"/>
            <ac:spMk id="6" creationId="{C79F1BF8-F677-4201-9070-3AE0F4059C40}"/>
          </ac:spMkLst>
        </pc:spChg>
      </pc:sldChg>
      <pc:sldChg chg="modSp mod">
        <pc:chgData name="NIRAND PISUTHA-ARNOND" userId="547948d0-7b42-4fd1-a687-1c33c597d031" providerId="ADAL" clId="{2E921815-1022-40BD-B4C8-4D6F88F3EA2E}" dt="2024-03-03T03:19:17.060" v="5" actId="27636"/>
        <pc:sldMkLst>
          <pc:docMk/>
          <pc:sldMk cId="2590795433" sldId="2131"/>
        </pc:sldMkLst>
        <pc:spChg chg="mod">
          <ac:chgData name="NIRAND PISUTHA-ARNOND" userId="547948d0-7b42-4fd1-a687-1c33c597d031" providerId="ADAL" clId="{2E921815-1022-40BD-B4C8-4D6F88F3EA2E}" dt="2024-03-03T03:19:17.060" v="5" actId="27636"/>
          <ac:spMkLst>
            <pc:docMk/>
            <pc:sldMk cId="2590795433" sldId="2131"/>
            <ac:spMk id="2" creationId="{0783FDB0-B840-43DE-B76F-0B9B1F60F8AC}"/>
          </ac:spMkLst>
        </pc:spChg>
      </pc:sldChg>
      <pc:sldChg chg="modSp mod">
        <pc:chgData name="NIRAND PISUTHA-ARNOND" userId="547948d0-7b42-4fd1-a687-1c33c597d031" providerId="ADAL" clId="{2E921815-1022-40BD-B4C8-4D6F88F3EA2E}" dt="2024-03-03T03:19:17.096" v="6" actId="27636"/>
        <pc:sldMkLst>
          <pc:docMk/>
          <pc:sldMk cId="1108586929" sldId="2133"/>
        </pc:sldMkLst>
        <pc:spChg chg="mod">
          <ac:chgData name="NIRAND PISUTHA-ARNOND" userId="547948d0-7b42-4fd1-a687-1c33c597d031" providerId="ADAL" clId="{2E921815-1022-40BD-B4C8-4D6F88F3EA2E}" dt="2024-03-03T03:19:17.096" v="6" actId="27636"/>
          <ac:spMkLst>
            <pc:docMk/>
            <pc:sldMk cId="1108586929" sldId="2133"/>
            <ac:spMk id="2" creationId="{C8F4E93B-94FC-440D-98B5-845ABA35D4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/>
              </a:defRPr>
            </a:lvl1pPr>
          </a:lstStyle>
          <a:p>
            <a:fld id="{EFC10EE1-B198-C942-8235-326C972CBB30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4217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8434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2651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868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5879336" y="0"/>
            <a:ext cx="8498313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400" b="0" i="0">
                <a:ln>
                  <a:noFill/>
                </a:ln>
                <a:solidFill>
                  <a:schemeClr val="tx2"/>
                </a:solidFill>
                <a:latin typeface="Roboto Regular" charset="0"/>
                <a:ea typeface="Roboto Regular" charset="0"/>
                <a:cs typeface="Roboto Regular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58B91-62EF-4CF6-B5A5-FE01F089EA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4" y="4735286"/>
            <a:ext cx="13422086" cy="756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1E225D-5AF5-4E37-B809-1F81B30B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154792"/>
            <a:ext cx="13422086" cy="26511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966868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58B91-62EF-4CF6-B5A5-FE01F089EA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3" y="4735286"/>
            <a:ext cx="18206357" cy="7560128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/>
            </a:lvl1pPr>
            <a:lvl2pPr>
              <a:lnSpc>
                <a:spcPct val="100000"/>
              </a:lnSpc>
              <a:spcBef>
                <a:spcPts val="1200"/>
              </a:spcBef>
              <a:defRPr/>
            </a:lvl2pPr>
            <a:lvl3pPr>
              <a:defRPr sz="4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1E225D-5AF5-4E37-B809-1F81B30B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3" y="1154792"/>
            <a:ext cx="18206357" cy="26511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124257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58B91-62EF-4CF6-B5A5-FE01F089EA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1" y="4131129"/>
            <a:ext cx="18206357" cy="7560128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>
                <a:solidFill>
                  <a:schemeClr val="bg1">
                    <a:lumMod val="65000"/>
                  </a:schemeClr>
                </a:solidFill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1E225D-5AF5-4E37-B809-1F81B30B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2" y="713921"/>
            <a:ext cx="18206357" cy="26511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8670396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2188824" y="0"/>
            <a:ext cx="12188825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400" b="0" i="0">
                <a:ln>
                  <a:noFill/>
                </a:ln>
                <a:solidFill>
                  <a:schemeClr val="tx2"/>
                </a:solidFill>
                <a:latin typeface="Roboto Regular" charset="0"/>
                <a:ea typeface="Roboto Regular" charset="0"/>
                <a:cs typeface="Roboto Regular" charset="0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16C80-F48C-4CCC-8DD7-E4889A3CCF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20649" y="4637314"/>
            <a:ext cx="10123488" cy="852396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2973F1-F87B-43B4-AC87-E6FD389E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649" y="1432380"/>
            <a:ext cx="10123488" cy="26511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416236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ive Brea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217400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400" b="0" i="0">
                <a:ln>
                  <a:noFill/>
                </a:ln>
                <a:solidFill>
                  <a:schemeClr val="tx2"/>
                </a:solidFill>
                <a:latin typeface="Roboto Regular" charset="0"/>
                <a:ea typeface="Roboto Regular" charset="0"/>
                <a:cs typeface="Roboto Regular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947180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3824A-6884-4BB0-83B7-C7856BC6B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2485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6C9055FF-AFC4-4259-BDA9-20AABE2DF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2485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EAB15-C812-4DB6-A9A5-4CAB0248B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6438" y="12712700"/>
            <a:ext cx="548481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DBD6C-9EF5-4863-9E72-BC329E279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61" r:id="rId2"/>
    <p:sldLayoutId id="2147483962" r:id="rId3"/>
    <p:sldLayoutId id="2147483955" r:id="rId4"/>
    <p:sldLayoutId id="2147483956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lang="en-US" sz="13800" b="0" kern="1200">
          <a:solidFill>
            <a:srgbClr val="62A3C4"/>
          </a:solidFill>
          <a:latin typeface="Kanit SemiBold" panose="00000700000000000000" pitchFamily="2" charset="-34"/>
          <a:ea typeface="Kanit SemiBold" panose="00000700000000000000" pitchFamily="2" charset="-34"/>
          <a:cs typeface="Kanit SemiBold" panose="00000700000000000000" pitchFamily="2" charset="-34"/>
        </a:defRPr>
      </a:lvl1pPr>
    </p:titleStyle>
    <p:bodyStyle>
      <a:lvl1pPr marL="457109" indent="-457109" algn="l" defTabSz="1828434" rtl="0" eaLnBrk="1" latinLnBrk="0" hangingPunct="1">
        <a:lnSpc>
          <a:spcPct val="150000"/>
        </a:lnSpc>
        <a:spcBef>
          <a:spcPts val="2000"/>
        </a:spcBef>
        <a:buFont typeface="Arial" panose="020B0604020202020204" pitchFamily="34" charset="0"/>
        <a:buChar char="•"/>
        <a:defRPr lang="en-US" sz="7200" kern="1200" dirty="0" smtClean="0">
          <a:solidFill>
            <a:schemeClr val="bg1">
              <a:lumMod val="50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1pPr>
      <a:lvl2pPr marL="1371326" indent="-457109" algn="l" defTabSz="1828434" rtl="0" eaLnBrk="1" latinLnBrk="0" hangingPunct="1">
        <a:lnSpc>
          <a:spcPct val="150000"/>
        </a:lnSpc>
        <a:spcBef>
          <a:spcPts val="600"/>
        </a:spcBef>
        <a:buFont typeface="Arial" panose="020B0604020202020204" pitchFamily="34" charset="0"/>
        <a:buChar char="•"/>
        <a:defRPr lang="en-US" sz="6000" kern="1200" dirty="0" smtClean="0">
          <a:solidFill>
            <a:schemeClr val="bg1">
              <a:lumMod val="65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kern="1200" dirty="0" smtClean="0">
          <a:solidFill>
            <a:schemeClr val="bg1">
              <a:lumMod val="65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kern="1200" dirty="0" smtClean="0">
          <a:solidFill>
            <a:schemeClr val="bg1">
              <a:lumMod val="65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kern="1200" dirty="0">
          <a:solidFill>
            <a:schemeClr val="bg1">
              <a:lumMod val="65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701686" y="12623802"/>
            <a:ext cx="1077277" cy="7323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99">
                <a:solidFill>
                  <a:schemeClr val="bg1"/>
                </a:solidFill>
              </a:defRPr>
            </a:lvl1pPr>
          </a:lstStyle>
          <a:p>
            <a:fld id="{FC0F7248-0A33-437B-9F35-19201752EB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6174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2437790" rtl="0" eaLnBrk="1" latinLnBrk="0" hangingPunct="1">
        <a:lnSpc>
          <a:spcPct val="90000"/>
        </a:lnSpc>
        <a:spcBef>
          <a:spcPct val="0"/>
        </a:spcBef>
        <a:buNone/>
        <a:defRPr sz="117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448" indent="-609448" algn="l" defTabSz="2437790" rtl="0" eaLnBrk="1" latinLnBrk="0" hangingPunct="1">
        <a:lnSpc>
          <a:spcPct val="90000"/>
        </a:lnSpc>
        <a:spcBef>
          <a:spcPts val="2666"/>
        </a:spcBef>
        <a:buFont typeface="Arial" panose="020B0604020202020204" pitchFamily="34" charset="0"/>
        <a:buChar char="•"/>
        <a:defRPr sz="7465" kern="1200">
          <a:solidFill>
            <a:schemeClr val="tx1"/>
          </a:solidFill>
          <a:latin typeface="+mn-lt"/>
          <a:ea typeface="+mn-ea"/>
          <a:cs typeface="+mn-cs"/>
        </a:defRPr>
      </a:lvl1pPr>
      <a:lvl2pPr marL="1828343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398" kern="1200">
          <a:solidFill>
            <a:schemeClr val="tx1"/>
          </a:solidFill>
          <a:latin typeface="+mn-lt"/>
          <a:ea typeface="+mn-ea"/>
          <a:cs typeface="+mn-cs"/>
        </a:defRPr>
      </a:lvl2pPr>
      <a:lvl3pPr marL="3047238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2" kern="1200">
          <a:solidFill>
            <a:schemeClr val="tx1"/>
          </a:solidFill>
          <a:latin typeface="+mn-lt"/>
          <a:ea typeface="+mn-ea"/>
          <a:cs typeface="+mn-cs"/>
        </a:defRPr>
      </a:lvl3pPr>
      <a:lvl4pPr marL="4266133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5485028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703924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922819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9141714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10360609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218895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437790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3pPr>
      <a:lvl4pPr marL="3656686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4875581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094476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313371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8532266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9751162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joshvarty.github.io/VisualizingRNNs/" TargetMode="External"/><Relationship Id="rId2" Type="http://schemas.openxmlformats.org/officeDocument/2006/relationships/hyperlink" Target="https://colah.github.io/posts/2015-08-Understanding-LSTMs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karpathy.github.io/2015/05/21/rnn-effectivenes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medium.com/@hasanshujaat4/recurrent-neural-network-and-its-variants-de75f9ee063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bycroft.net/llm" TargetMode="External"/><Relationship Id="rId2" Type="http://schemas.openxmlformats.org/officeDocument/2006/relationships/hyperlink" Target="https://poloclub.github.io/transformer-explain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lpdemystified.org/course" TargetMode="External"/><Relationship Id="rId4" Type="http://schemas.openxmlformats.org/officeDocument/2006/relationships/hyperlink" Target="https://huggingface.co/spaces/exbert-project/exbe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8278A39-94B4-4F20-9252-2D5D9551BB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55842" y="8000878"/>
            <a:ext cx="13396418" cy="21207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800" b="1" dirty="0">
                <a:solidFill>
                  <a:schemeClr val="accent1"/>
                </a:solidFill>
                <a:latin typeface="+mj-lt"/>
                <a:cs typeface="+mj-cs"/>
              </a:rPr>
              <a:t>Manufacturing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157D38-6BFC-4052-A5DE-9D6D6B368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391" y="2699029"/>
            <a:ext cx="19151915" cy="3753613"/>
          </a:xfrm>
        </p:spPr>
        <p:txBody>
          <a:bodyPr/>
          <a:lstStyle/>
          <a:p>
            <a:r>
              <a:rPr lang="en-US" dirty="0"/>
              <a:t>Artificial Intelligence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8FCF67-3076-469A-908E-2EC2B7ED70C1}"/>
              </a:ext>
            </a:extLst>
          </p:cNvPr>
          <p:cNvCxnSpPr>
            <a:cxnSpLocks/>
          </p:cNvCxnSpPr>
          <p:nvPr/>
        </p:nvCxnSpPr>
        <p:spPr>
          <a:xfrm>
            <a:off x="3634318" y="3716368"/>
            <a:ext cx="0" cy="61227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9FF5BBF7-D232-4273-8309-500158671F07}"/>
              </a:ext>
            </a:extLst>
          </p:cNvPr>
          <p:cNvSpPr txBox="1">
            <a:spLocks/>
          </p:cNvSpPr>
          <p:nvPr/>
        </p:nvSpPr>
        <p:spPr>
          <a:xfrm>
            <a:off x="4057391" y="5792550"/>
            <a:ext cx="13066822" cy="2125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109" indent="-457109" algn="l" defTabSz="1828434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7200" kern="1200">
                <a:solidFill>
                  <a:schemeClr val="bg1">
                    <a:lumMod val="50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1pPr>
            <a:lvl2pPr marL="1371326" indent="-457109" algn="l" defTabSz="182843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en-US" sz="6000" kern="1200">
                <a:solidFill>
                  <a:schemeClr val="bg1">
                    <a:lumMod val="65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2pPr>
            <a:lvl3pPr marL="2285543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kern="1200" dirty="0" smtClean="0">
                <a:solidFill>
                  <a:schemeClr val="bg1">
                    <a:lumMod val="65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3pPr>
            <a:lvl4pPr marL="3199760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 smtClean="0">
                <a:solidFill>
                  <a:schemeClr val="bg1">
                    <a:lumMod val="65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4pPr>
            <a:lvl5pPr marL="4113977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>
                <a:solidFill>
                  <a:schemeClr val="bg1">
                    <a:lumMod val="65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800" b="1" dirty="0">
                <a:cs typeface="+mj-cs"/>
              </a:rPr>
              <a:t>Techniques</a:t>
            </a:r>
            <a:r>
              <a:rPr lang="en-US" sz="13800" b="1" dirty="0">
                <a:solidFill>
                  <a:schemeClr val="bg1">
                    <a:lumMod val="65000"/>
                  </a:schemeClr>
                </a:solidFill>
                <a:cs typeface="+mj-cs"/>
              </a:rPr>
              <a:t> </a:t>
            </a:r>
            <a:r>
              <a:rPr lang="en-US" sz="13800" b="1" i="1" dirty="0">
                <a:solidFill>
                  <a:schemeClr val="bg1">
                    <a:lumMod val="85000"/>
                  </a:schemeClr>
                </a:solidFill>
                <a:cs typeface="+mj-cs"/>
              </a:rPr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2949556085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73756-EF55-B997-5AF3-DCF9D771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945" y="8630173"/>
            <a:ext cx="18206357" cy="2651125"/>
          </a:xfrm>
        </p:spPr>
        <p:txBody>
          <a:bodyPr/>
          <a:lstStyle/>
          <a:p>
            <a:r>
              <a:rPr lang="en-US" dirty="0"/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3554553965"/>
      </p:ext>
    </p:extLst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F2D8-A854-6F07-9F9B-AC3422B8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2FAB07-1840-F58D-9E3F-3C921F5EFD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1" y="6448925"/>
            <a:ext cx="18206357" cy="6156731"/>
          </a:xfrm>
        </p:spPr>
        <p:txBody>
          <a:bodyPr/>
          <a:lstStyle/>
          <a:p>
            <a:r>
              <a:rPr lang="en-US" dirty="0"/>
              <a:t>Branch of artificial intelligence (AI)</a:t>
            </a:r>
          </a:p>
          <a:p>
            <a:r>
              <a:rPr lang="en-US" dirty="0"/>
              <a:t>Enables computers to comprehend, generate, and manipulate </a:t>
            </a:r>
            <a:r>
              <a:rPr lang="en-US" i="1" dirty="0">
                <a:solidFill>
                  <a:schemeClr val="accent1"/>
                </a:solidFill>
              </a:rPr>
              <a:t>human language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822308-8354-4ED7-479F-5CEDEB2E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2" y="1110344"/>
            <a:ext cx="18206357" cy="4034542"/>
          </a:xfrm>
        </p:spPr>
        <p:txBody>
          <a:bodyPr/>
          <a:lstStyle/>
          <a:p>
            <a:r>
              <a:rPr lang="en-US" dirty="0"/>
              <a:t>Natural Language Processing (NLP)</a:t>
            </a:r>
          </a:p>
        </p:txBody>
      </p:sp>
    </p:spTree>
    <p:extLst>
      <p:ext uri="{BB962C8B-B14F-4D97-AF65-F5344CB8AC3E}">
        <p14:creationId xmlns:p14="http://schemas.microsoft.com/office/powerpoint/2010/main" val="3225166161"/>
      </p:ext>
    </p:extLst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8197AD-8BA6-E8DA-6118-27A509735E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1" y="4131129"/>
            <a:ext cx="18206357" cy="815712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Language modelling</a:t>
            </a:r>
          </a:p>
          <a:p>
            <a:pPr lvl="1"/>
            <a:r>
              <a:rPr lang="en-US" dirty="0"/>
              <a:t>Machine translation</a:t>
            </a:r>
          </a:p>
          <a:p>
            <a:pPr lvl="1"/>
            <a:r>
              <a:rPr lang="en-US" dirty="0"/>
              <a:t>Question answering</a:t>
            </a:r>
          </a:p>
          <a:p>
            <a:pPr lvl="1"/>
            <a:r>
              <a:rPr lang="en-US" dirty="0"/>
              <a:t>Text summarization</a:t>
            </a:r>
          </a:p>
          <a:p>
            <a:pPr lvl="1"/>
            <a:r>
              <a:rPr lang="en-US" dirty="0"/>
              <a:t>Text generation</a:t>
            </a:r>
          </a:p>
          <a:p>
            <a:r>
              <a:rPr lang="en-US" dirty="0"/>
              <a:t>Speech</a:t>
            </a:r>
          </a:p>
          <a:p>
            <a:pPr lvl="1"/>
            <a:r>
              <a:rPr lang="en-US" dirty="0"/>
              <a:t>Text to speech</a:t>
            </a:r>
          </a:p>
          <a:p>
            <a:r>
              <a:rPr lang="en-US" dirty="0"/>
              <a:t>Grounding</a:t>
            </a:r>
          </a:p>
          <a:p>
            <a:pPr lvl="1"/>
            <a:r>
              <a:rPr lang="en-US" dirty="0"/>
              <a:t>Text to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AEED7E-C9B6-8160-1DAB-8169D29F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F55B4-85D5-B5E6-3B87-AB6D35309C6E}"/>
              </a:ext>
            </a:extLst>
          </p:cNvPr>
          <p:cNvSpPr txBox="1"/>
          <p:nvPr/>
        </p:nvSpPr>
        <p:spPr>
          <a:xfrm rot="688156">
            <a:off x="17172536" y="5479469"/>
            <a:ext cx="5552528" cy="175432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5400" dirty="0"/>
              <a:t>Large Language Model (LLM)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FE9740-B703-9454-FB2D-6123363A3764}"/>
              </a:ext>
            </a:extLst>
          </p:cNvPr>
          <p:cNvCxnSpPr>
            <a:cxnSpLocks/>
          </p:cNvCxnSpPr>
          <p:nvPr/>
        </p:nvCxnSpPr>
        <p:spPr>
          <a:xfrm flipH="1">
            <a:off x="8104094" y="6051323"/>
            <a:ext cx="8949460" cy="178383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986AD4-9F9A-D9ED-7D69-F513B40E785B}"/>
              </a:ext>
            </a:extLst>
          </p:cNvPr>
          <p:cNvCxnSpPr>
            <a:cxnSpLocks/>
          </p:cNvCxnSpPr>
          <p:nvPr/>
        </p:nvCxnSpPr>
        <p:spPr>
          <a:xfrm flipH="1">
            <a:off x="9359533" y="6020055"/>
            <a:ext cx="7694021" cy="1088957"/>
          </a:xfrm>
          <a:prstGeom prst="straightConnector1">
            <a:avLst/>
          </a:prstGeom>
          <a:ln w="63500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92F949-CBD2-2505-59C9-5F93CF678E7E}"/>
              </a:ext>
            </a:extLst>
          </p:cNvPr>
          <p:cNvCxnSpPr>
            <a:cxnSpLocks/>
          </p:cNvCxnSpPr>
          <p:nvPr/>
        </p:nvCxnSpPr>
        <p:spPr>
          <a:xfrm flipH="1">
            <a:off x="9359533" y="6020055"/>
            <a:ext cx="7694022" cy="273461"/>
          </a:xfrm>
          <a:prstGeom prst="straightConnector1">
            <a:avLst/>
          </a:prstGeom>
          <a:ln w="63500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1E47EA-C489-B1CD-4B48-736E0811BFBB}"/>
              </a:ext>
            </a:extLst>
          </p:cNvPr>
          <p:cNvCxnSpPr>
            <a:cxnSpLocks/>
          </p:cNvCxnSpPr>
          <p:nvPr/>
        </p:nvCxnSpPr>
        <p:spPr>
          <a:xfrm flipH="1" flipV="1">
            <a:off x="9520518" y="5616788"/>
            <a:ext cx="7533036" cy="434535"/>
          </a:xfrm>
          <a:prstGeom prst="straightConnector1">
            <a:avLst/>
          </a:prstGeom>
          <a:ln w="63500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923174"/>
      </p:ext>
    </p:extLst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059A14-C131-4CB4-7801-EECB015553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1" y="4131129"/>
            <a:ext cx="19455336" cy="7560128"/>
          </a:xfrm>
        </p:spPr>
        <p:txBody>
          <a:bodyPr>
            <a:normAutofit/>
          </a:bodyPr>
          <a:lstStyle/>
          <a:p>
            <a:r>
              <a:rPr lang="en-US" sz="8000" dirty="0"/>
              <a:t>If we want to model an image classifier</a:t>
            </a:r>
          </a:p>
          <a:p>
            <a:pPr lvl="1"/>
            <a:r>
              <a:rPr lang="en-US" sz="6600" dirty="0"/>
              <a:t>The task is “</a:t>
            </a:r>
            <a:r>
              <a:rPr lang="en-US" sz="6600" i="1" dirty="0"/>
              <a:t>predict the right label</a:t>
            </a:r>
            <a:r>
              <a:rPr lang="en-US" sz="6600" dirty="0"/>
              <a:t>”.</a:t>
            </a:r>
          </a:p>
          <a:p>
            <a:r>
              <a:rPr lang="en-US" sz="8000" dirty="0"/>
              <a:t>What should be the </a:t>
            </a:r>
            <a:r>
              <a:rPr lang="en-US" sz="8000" b="1" i="1" dirty="0">
                <a:solidFill>
                  <a:schemeClr val="accent1"/>
                </a:solidFill>
              </a:rPr>
              <a:t>task</a:t>
            </a:r>
            <a:r>
              <a:rPr lang="en-US" sz="8000" b="1" dirty="0">
                <a:solidFill>
                  <a:schemeClr val="accent1"/>
                </a:solidFill>
              </a:rPr>
              <a:t> </a:t>
            </a:r>
            <a:r>
              <a:rPr lang="en-US" sz="8000" dirty="0"/>
              <a:t>for text generation?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ACE892-DF53-04EB-7084-C55B03F7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Generation</a:t>
            </a:r>
          </a:p>
        </p:txBody>
      </p:sp>
    </p:spTree>
    <p:extLst>
      <p:ext uri="{BB962C8B-B14F-4D97-AF65-F5344CB8AC3E}">
        <p14:creationId xmlns:p14="http://schemas.microsoft.com/office/powerpoint/2010/main" val="4028520013"/>
      </p:ext>
    </p:extLst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4DF86A-B319-69AF-0B29-4411DDB2C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Word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4E17F-B7A5-ADEB-5FFE-473894F43802}"/>
              </a:ext>
            </a:extLst>
          </p:cNvPr>
          <p:cNvSpPr txBox="1"/>
          <p:nvPr/>
        </p:nvSpPr>
        <p:spPr>
          <a:xfrm>
            <a:off x="1900518" y="6419199"/>
            <a:ext cx="4823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The sky is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5CFAB8-A755-8B38-822C-80C115D4B57E}"/>
              </a:ext>
            </a:extLst>
          </p:cNvPr>
          <p:cNvCxnSpPr>
            <a:cxnSpLocks/>
          </p:cNvCxnSpPr>
          <p:nvPr/>
        </p:nvCxnSpPr>
        <p:spPr>
          <a:xfrm>
            <a:off x="7117976" y="7100046"/>
            <a:ext cx="6777318" cy="0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8596AD-F860-FD09-B996-D7C4AFB6A291}"/>
              </a:ext>
            </a:extLst>
          </p:cNvPr>
          <p:cNvSpPr/>
          <p:nvPr/>
        </p:nvSpPr>
        <p:spPr>
          <a:xfrm>
            <a:off x="14726128" y="5450542"/>
            <a:ext cx="5145741" cy="31017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Probability distribution of all the next possible words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6FE047-59EE-D4D5-A7C0-0CBB99708210}"/>
              </a:ext>
            </a:extLst>
          </p:cNvPr>
          <p:cNvSpPr txBox="1"/>
          <p:nvPr/>
        </p:nvSpPr>
        <p:spPr>
          <a:xfrm>
            <a:off x="20620534" y="5657671"/>
            <a:ext cx="220925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blue 7%</a:t>
            </a:r>
          </a:p>
          <a:p>
            <a:r>
              <a:rPr lang="en-US" i="1" dirty="0"/>
              <a:t>the 6%</a:t>
            </a:r>
          </a:p>
          <a:p>
            <a:r>
              <a:rPr lang="en-US" i="1" dirty="0"/>
              <a:t>…</a:t>
            </a:r>
          </a:p>
          <a:p>
            <a:r>
              <a:rPr lang="en-US" i="1" dirty="0"/>
              <a:t>…</a:t>
            </a:r>
          </a:p>
          <a:p>
            <a:r>
              <a:rPr lang="en-US" i="1" dirty="0"/>
              <a:t>red 0.01%</a:t>
            </a:r>
          </a:p>
        </p:txBody>
      </p:sp>
    </p:spTree>
    <p:extLst>
      <p:ext uri="{BB962C8B-B14F-4D97-AF65-F5344CB8AC3E}">
        <p14:creationId xmlns:p14="http://schemas.microsoft.com/office/powerpoint/2010/main" val="4231104173"/>
      </p:ext>
    </p:extLst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3FE83-BC7F-D09E-990C-48D41C20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4110B-4889-AAA3-8C92-B43A9895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Word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634B4-F253-8417-F7D0-47641ECD5B67}"/>
              </a:ext>
            </a:extLst>
          </p:cNvPr>
          <p:cNvSpPr txBox="1"/>
          <p:nvPr/>
        </p:nvSpPr>
        <p:spPr>
          <a:xfrm>
            <a:off x="1900518" y="6419199"/>
            <a:ext cx="4823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The sky is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5CEFE3-4C67-95AF-D07D-4563A192CF9F}"/>
              </a:ext>
            </a:extLst>
          </p:cNvPr>
          <p:cNvCxnSpPr>
            <a:cxnSpLocks/>
          </p:cNvCxnSpPr>
          <p:nvPr/>
        </p:nvCxnSpPr>
        <p:spPr>
          <a:xfrm>
            <a:off x="7117976" y="7100046"/>
            <a:ext cx="6777318" cy="0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57902F-F0B8-AA4B-CE53-3FFA22F770A8}"/>
              </a:ext>
            </a:extLst>
          </p:cNvPr>
          <p:cNvSpPr/>
          <p:nvPr/>
        </p:nvSpPr>
        <p:spPr>
          <a:xfrm>
            <a:off x="14726128" y="5450542"/>
            <a:ext cx="5145741" cy="31017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Probability distribution of all the next possible words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2785BE-3ABB-5655-B9A5-302DA7581CF4}"/>
              </a:ext>
            </a:extLst>
          </p:cNvPr>
          <p:cNvSpPr/>
          <p:nvPr/>
        </p:nvSpPr>
        <p:spPr>
          <a:xfrm>
            <a:off x="7836861" y="6484087"/>
            <a:ext cx="5145741" cy="123191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Language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A4AF8-8750-6424-C1A0-EA948412E0A5}"/>
              </a:ext>
            </a:extLst>
          </p:cNvPr>
          <p:cNvSpPr txBox="1"/>
          <p:nvPr/>
        </p:nvSpPr>
        <p:spPr>
          <a:xfrm>
            <a:off x="20620534" y="5657671"/>
            <a:ext cx="220925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blue 7%</a:t>
            </a:r>
          </a:p>
          <a:p>
            <a:r>
              <a:rPr lang="en-US" i="1" dirty="0"/>
              <a:t>the 6%</a:t>
            </a:r>
          </a:p>
          <a:p>
            <a:r>
              <a:rPr lang="en-US" i="1" dirty="0"/>
              <a:t>…</a:t>
            </a:r>
          </a:p>
          <a:p>
            <a:r>
              <a:rPr lang="en-US" i="1" dirty="0"/>
              <a:t>…</a:t>
            </a:r>
          </a:p>
          <a:p>
            <a:r>
              <a:rPr lang="en-US" i="1" dirty="0"/>
              <a:t>red 0.01%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FBCCCD-FA90-3426-7A18-E8059DF641FD}"/>
              </a:ext>
            </a:extLst>
          </p:cNvPr>
          <p:cNvSpPr txBox="1"/>
          <p:nvPr/>
        </p:nvSpPr>
        <p:spPr>
          <a:xfrm>
            <a:off x="7933764" y="7731798"/>
            <a:ext cx="514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Model that computes the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468023371"/>
      </p:ext>
    </p:extLst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049F-D499-1D69-2329-DD98BB67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320EB9-5554-0DC8-CC53-873EDAB7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945" y="8630173"/>
            <a:ext cx="18206357" cy="2651125"/>
          </a:xfrm>
        </p:spPr>
        <p:txBody>
          <a:bodyPr/>
          <a:lstStyle/>
          <a:p>
            <a:r>
              <a:rPr lang="en-US" dirty="0"/>
              <a:t>N-Grams</a:t>
            </a:r>
          </a:p>
        </p:txBody>
      </p:sp>
    </p:spTree>
    <p:extLst>
      <p:ext uri="{BB962C8B-B14F-4D97-AF65-F5344CB8AC3E}">
        <p14:creationId xmlns:p14="http://schemas.microsoft.com/office/powerpoint/2010/main" val="2579143930"/>
      </p:ext>
    </p:extLst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A45068-A4E5-09E2-B80F-D0F88520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86977C-F4DA-2FD1-1BD9-A5A243E8B862}"/>
                  </a:ext>
                </a:extLst>
              </p:cNvPr>
              <p:cNvSpPr txBox="1"/>
              <p:nvPr/>
            </p:nvSpPr>
            <p:spPr>
              <a:xfrm flipH="1">
                <a:off x="1665512" y="5791200"/>
                <a:ext cx="19760135" cy="2660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8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8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𝑠𝑘𝑦</m:t>
                      </m:r>
                      <m:r>
                        <a:rPr lang="en-US" sz="8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8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|≈</m:t>
                      </m:r>
                      <m:f>
                        <m:fPr>
                          <m:ctrlPr>
                            <a:rPr lang="en-US" sz="8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𝑠𝑘𝑦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𝑠𝑘𝑦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8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86977C-F4DA-2FD1-1BD9-A5A243E8B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65512" y="5791200"/>
                <a:ext cx="19760135" cy="2660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5592F0-666E-B9C3-93C4-5504379E4AE7}"/>
              </a:ext>
            </a:extLst>
          </p:cNvPr>
          <p:cNvSpPr txBox="1"/>
          <p:nvPr/>
        </p:nvSpPr>
        <p:spPr>
          <a:xfrm>
            <a:off x="13447059" y="3287343"/>
            <a:ext cx="9514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How many times “the sky is blue” appears.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C10DC-0822-C3B1-4F95-48BDFFDAAFFC}"/>
              </a:ext>
            </a:extLst>
          </p:cNvPr>
          <p:cNvSpPr txBox="1"/>
          <p:nvPr/>
        </p:nvSpPr>
        <p:spPr>
          <a:xfrm>
            <a:off x="12882283" y="10235388"/>
            <a:ext cx="838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How many times “the sky is” appears.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2D495D-C2F4-B8C0-5A0C-9FA6491AB609}"/>
              </a:ext>
            </a:extLst>
          </p:cNvPr>
          <p:cNvCxnSpPr>
            <a:cxnSpLocks/>
          </p:cNvCxnSpPr>
          <p:nvPr/>
        </p:nvCxnSpPr>
        <p:spPr>
          <a:xfrm flipH="1">
            <a:off x="16315765" y="3933674"/>
            <a:ext cx="1272988" cy="1857526"/>
          </a:xfrm>
          <a:prstGeom prst="straightConnector1">
            <a:avLst/>
          </a:prstGeom>
          <a:ln w="635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2249A5-F8CB-12DF-E2D6-B0CAF6554DBF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15975106" y="8451800"/>
            <a:ext cx="1097587" cy="1783588"/>
          </a:xfrm>
          <a:prstGeom prst="straightConnector1">
            <a:avLst/>
          </a:prstGeom>
          <a:ln w="635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361750"/>
      </p:ext>
    </p:extLst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3F06E6-F5E9-5704-8A26-A05EC4EC45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Too specific</a:t>
            </a:r>
          </a:p>
          <a:p>
            <a:pPr lvl="1"/>
            <a:r>
              <a:rPr lang="en-US"/>
              <a:t>What if we </a:t>
            </a:r>
            <a:r>
              <a:rPr lang="en-US" dirty="0"/>
              <a:t>have “the sky was”</a:t>
            </a:r>
          </a:p>
          <a:p>
            <a:r>
              <a:rPr lang="en-US" dirty="0"/>
              <a:t>Context lost</a:t>
            </a:r>
          </a:p>
          <a:p>
            <a:pPr lvl="1"/>
            <a:r>
              <a:rPr lang="en-US" dirty="0"/>
              <a:t>Cannot “remember” words that are far away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3DA75B-6CD0-40B2-EBA6-D36B4AAA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1500" dirty="0"/>
              <a:t>N-Grams Disadvantages</a:t>
            </a:r>
          </a:p>
        </p:txBody>
      </p:sp>
    </p:spTree>
    <p:extLst>
      <p:ext uri="{BB962C8B-B14F-4D97-AF65-F5344CB8AC3E}">
        <p14:creationId xmlns:p14="http://schemas.microsoft.com/office/powerpoint/2010/main" val="2457742880"/>
      </p:ext>
    </p:extLst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0790-2769-925E-D6E5-AEBA33009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1C56E2-3ECD-87B0-CF27-D7ED3C9D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945" y="7458635"/>
            <a:ext cx="18206357" cy="3822663"/>
          </a:xfrm>
        </p:spPr>
        <p:txBody>
          <a:bodyPr/>
          <a:lstStyle/>
          <a:p>
            <a:r>
              <a:rPr lang="en-US" dirty="0"/>
              <a:t>Recurrent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982048800"/>
      </p:ext>
    </p:extLst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09192E-619F-6632-C8D6-7EC556EF8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class of neural networks that can process </a:t>
            </a:r>
            <a:r>
              <a:rPr lang="en-US" dirty="0">
                <a:solidFill>
                  <a:schemeClr val="accent1"/>
                </a:solidFill>
              </a:rPr>
              <a:t>sequences</a:t>
            </a:r>
            <a:r>
              <a:rPr lang="en-US" dirty="0"/>
              <a:t> of data </a:t>
            </a:r>
          </a:p>
          <a:p>
            <a:pPr lvl="1"/>
            <a:r>
              <a:rPr lang="en-US" dirty="0"/>
              <a:t>Maintains </a:t>
            </a:r>
            <a:r>
              <a:rPr lang="en-US" dirty="0">
                <a:solidFill>
                  <a:schemeClr val="accent1"/>
                </a:solidFill>
              </a:rPr>
              <a:t>hidden states </a:t>
            </a:r>
            <a:r>
              <a:rPr lang="en-US" dirty="0"/>
              <a:t>that capture information about previous time steps. </a:t>
            </a:r>
          </a:p>
          <a:p>
            <a:r>
              <a:rPr lang="en-US" dirty="0"/>
              <a:t>RNN can maintain memory of previous inputs.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CFA153-8622-CA16-3A03-5061C9AE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</p:spTree>
    <p:extLst>
      <p:ext uri="{BB962C8B-B14F-4D97-AF65-F5344CB8AC3E}">
        <p14:creationId xmlns:p14="http://schemas.microsoft.com/office/powerpoint/2010/main" val="2468766383"/>
      </p:ext>
    </p:extLst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A5FEC19D-6188-CEAA-1FBC-364F41979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499" y="2426230"/>
            <a:ext cx="12578418" cy="792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2110"/>
      </p:ext>
    </p:extLst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9A87-2473-5798-C014-CE08825E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A0892438-2F8C-6208-0655-6A6BBF5D9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76499" y="2426230"/>
            <a:ext cx="12578418" cy="792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749490"/>
      </p:ext>
    </p:extLst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6613-F5D1-AE54-9290-EF33FA88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FAB2A126-2010-7389-8754-BE2222E89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85454" y="4216206"/>
            <a:ext cx="7962205" cy="5016189"/>
          </a:xfrm>
          <a:prstGeom prst="rect">
            <a:avLst/>
          </a:prstGeom>
        </p:spPr>
      </p:pic>
      <p:pic>
        <p:nvPicPr>
          <p:cNvPr id="2" name="Picture 1" descr="A diagram of a network&#10;&#10;AI-generated content may be incorrect.">
            <a:extLst>
              <a:ext uri="{FF2B5EF4-FFF2-40B4-BE49-F238E27FC236}">
                <a16:creationId xmlns:a16="http://schemas.microsoft.com/office/drawing/2014/main" id="{EC929A4B-F5A1-E874-2E17-BFCA9C15A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18004" y="4063805"/>
            <a:ext cx="7962205" cy="5016189"/>
          </a:xfrm>
          <a:prstGeom prst="rect">
            <a:avLst/>
          </a:prstGeom>
        </p:spPr>
      </p:pic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82867CD7-8FF9-59CC-2CB2-75A68F113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322099" y="4063804"/>
            <a:ext cx="7962205" cy="501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59614"/>
      </p:ext>
    </p:extLst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D03B-89FA-9E3B-0C6B-1A9C0678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EA161711-2554-C066-4464-AE41EDD2E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85454" y="4216206"/>
            <a:ext cx="7962205" cy="5016189"/>
          </a:xfrm>
          <a:prstGeom prst="rect">
            <a:avLst/>
          </a:prstGeom>
        </p:spPr>
      </p:pic>
      <p:pic>
        <p:nvPicPr>
          <p:cNvPr id="2" name="Picture 1" descr="A diagram of a network&#10;&#10;AI-generated content may be incorrect.">
            <a:extLst>
              <a:ext uri="{FF2B5EF4-FFF2-40B4-BE49-F238E27FC236}">
                <a16:creationId xmlns:a16="http://schemas.microsoft.com/office/drawing/2014/main" id="{17ECB620-BD7E-BB55-747E-A92FF7154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18004" y="4063805"/>
            <a:ext cx="7962205" cy="5016189"/>
          </a:xfrm>
          <a:prstGeom prst="rect">
            <a:avLst/>
          </a:prstGeom>
        </p:spPr>
      </p:pic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8FA58121-72EE-EB98-FC69-0A2996072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322099" y="4063804"/>
            <a:ext cx="7962205" cy="501618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954429-1169-81A8-9347-983CDF40EA8E}"/>
              </a:ext>
            </a:extLst>
          </p:cNvPr>
          <p:cNvCxnSpPr/>
          <p:nvPr/>
        </p:nvCxnSpPr>
        <p:spPr>
          <a:xfrm flipV="1">
            <a:off x="3926541" y="10553001"/>
            <a:ext cx="0" cy="2051375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5BF3CA-2F78-91AE-2F33-CDE3105E12BF}"/>
              </a:ext>
            </a:extLst>
          </p:cNvPr>
          <p:cNvCxnSpPr/>
          <p:nvPr/>
        </p:nvCxnSpPr>
        <p:spPr>
          <a:xfrm flipV="1">
            <a:off x="11770658" y="10328883"/>
            <a:ext cx="0" cy="2051375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D5A497-F8C0-1C7F-D923-903228FB2058}"/>
              </a:ext>
            </a:extLst>
          </p:cNvPr>
          <p:cNvCxnSpPr/>
          <p:nvPr/>
        </p:nvCxnSpPr>
        <p:spPr>
          <a:xfrm flipV="1">
            <a:off x="19892682" y="10149589"/>
            <a:ext cx="0" cy="2051375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3B3357-D54C-9957-06B4-F0BDAC445987}"/>
              </a:ext>
            </a:extLst>
          </p:cNvPr>
          <p:cNvCxnSpPr/>
          <p:nvPr/>
        </p:nvCxnSpPr>
        <p:spPr>
          <a:xfrm flipV="1">
            <a:off x="3917576" y="1184884"/>
            <a:ext cx="0" cy="2051375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B9BFE0-E4B5-14A9-9FA0-40C031ABDDDE}"/>
              </a:ext>
            </a:extLst>
          </p:cNvPr>
          <p:cNvCxnSpPr/>
          <p:nvPr/>
        </p:nvCxnSpPr>
        <p:spPr>
          <a:xfrm flipV="1">
            <a:off x="11609294" y="1184884"/>
            <a:ext cx="0" cy="2051375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4AF141-01D7-E4FF-27AB-F37133D15AAE}"/>
              </a:ext>
            </a:extLst>
          </p:cNvPr>
          <p:cNvCxnSpPr/>
          <p:nvPr/>
        </p:nvCxnSpPr>
        <p:spPr>
          <a:xfrm flipV="1">
            <a:off x="19892682" y="1005589"/>
            <a:ext cx="0" cy="2051375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BF5B09-C88A-4371-DED3-73F667E72BC4}"/>
                  </a:ext>
                </a:extLst>
              </p:cNvPr>
              <p:cNvSpPr txBox="1"/>
              <p:nvPr/>
            </p:nvSpPr>
            <p:spPr>
              <a:xfrm>
                <a:off x="2867384" y="12703423"/>
                <a:ext cx="21003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BF5B09-C88A-4371-DED3-73F667E72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384" y="12703423"/>
                <a:ext cx="210038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D0DE1C-0D4E-BDAD-2E20-6EC944A5FEDD}"/>
                  </a:ext>
                </a:extLst>
              </p:cNvPr>
              <p:cNvSpPr txBox="1"/>
              <p:nvPr/>
            </p:nvSpPr>
            <p:spPr>
              <a:xfrm>
                <a:off x="10559102" y="12685928"/>
                <a:ext cx="21003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D0DE1C-0D4E-BDAD-2E20-6EC944A5F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102" y="12685928"/>
                <a:ext cx="210038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D9A849-C3D3-8265-430B-50F59EA789CB}"/>
                  </a:ext>
                </a:extLst>
              </p:cNvPr>
              <p:cNvSpPr txBox="1"/>
              <p:nvPr/>
            </p:nvSpPr>
            <p:spPr>
              <a:xfrm>
                <a:off x="18842490" y="12587316"/>
                <a:ext cx="21003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D9A849-C3D3-8265-430B-50F59EA78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2490" y="12587316"/>
                <a:ext cx="210038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9A3E01-E836-BC7F-233E-F70E1654E75C}"/>
                  </a:ext>
                </a:extLst>
              </p:cNvPr>
              <p:cNvSpPr txBox="1"/>
              <p:nvPr/>
            </p:nvSpPr>
            <p:spPr>
              <a:xfrm>
                <a:off x="2867383" y="422013"/>
                <a:ext cx="20569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9A3E01-E836-BC7F-233E-F70E1654E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383" y="422013"/>
                <a:ext cx="205691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BC7886-FCE6-A849-AB25-3C5765A66000}"/>
                  </a:ext>
                </a:extLst>
              </p:cNvPr>
              <p:cNvSpPr txBox="1"/>
              <p:nvPr/>
            </p:nvSpPr>
            <p:spPr>
              <a:xfrm>
                <a:off x="10507928" y="385718"/>
                <a:ext cx="20569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BC7886-FCE6-A849-AB25-3C5765A66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928" y="385718"/>
                <a:ext cx="205691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D17CA7-A262-40E3-C0C5-8E61BCF0FAF7}"/>
                  </a:ext>
                </a:extLst>
              </p:cNvPr>
              <p:cNvSpPr txBox="1"/>
              <p:nvPr/>
            </p:nvSpPr>
            <p:spPr>
              <a:xfrm>
                <a:off x="18842490" y="233315"/>
                <a:ext cx="20569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D17CA7-A262-40E3-C0C5-8E61BCF0F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2490" y="233315"/>
                <a:ext cx="205691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41273E-D1D0-3466-92ED-4C28B061EE32}"/>
              </a:ext>
            </a:extLst>
          </p:cNvPr>
          <p:cNvCxnSpPr>
            <a:cxnSpLocks/>
          </p:cNvCxnSpPr>
          <p:nvPr/>
        </p:nvCxnSpPr>
        <p:spPr>
          <a:xfrm>
            <a:off x="5970494" y="6858000"/>
            <a:ext cx="2492188" cy="0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EF9F508-5D95-5DD4-40AF-1F9A34C13DC2}"/>
                  </a:ext>
                </a:extLst>
              </p:cNvPr>
              <p:cNvSpPr txBox="1"/>
              <p:nvPr/>
            </p:nvSpPr>
            <p:spPr>
              <a:xfrm>
                <a:off x="6118604" y="5925567"/>
                <a:ext cx="20569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EF9F508-5D95-5DD4-40AF-1F9A34C13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604" y="5925567"/>
                <a:ext cx="2056910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78D152-8F19-FC31-2669-65124BAD076D}"/>
              </a:ext>
            </a:extLst>
          </p:cNvPr>
          <p:cNvCxnSpPr>
            <a:cxnSpLocks/>
          </p:cNvCxnSpPr>
          <p:nvPr/>
        </p:nvCxnSpPr>
        <p:spPr>
          <a:xfrm>
            <a:off x="13985052" y="6858000"/>
            <a:ext cx="2492188" cy="0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D19B146-621D-DF17-FEFA-6505F2A170F7}"/>
                  </a:ext>
                </a:extLst>
              </p:cNvPr>
              <p:cNvSpPr txBox="1"/>
              <p:nvPr/>
            </p:nvSpPr>
            <p:spPr>
              <a:xfrm>
                <a:off x="14133162" y="5925567"/>
                <a:ext cx="20553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D19B146-621D-DF17-FEFA-6505F2A17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3162" y="5925567"/>
                <a:ext cx="2055306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505916"/>
      </p:ext>
    </p:extLst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F55ABD-9251-C7A0-6F3C-4FEEC43DE6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Diagram</a:t>
            </a:r>
          </a:p>
          <a:p>
            <a:pPr lvl="1"/>
            <a:r>
              <a:rPr lang="en-US" dirty="0">
                <a:hlinkClick r:id="rId2"/>
              </a:rPr>
              <a:t>https://colah.github.io/posts/</a:t>
            </a:r>
            <a:r>
              <a:rPr lang="en-US">
                <a:hlinkClick r:id="rId2"/>
              </a:rPr>
              <a:t>2015-08-Understanding-LSTMs/</a:t>
            </a:r>
            <a:r>
              <a:rPr lang="en-US"/>
              <a:t> </a:t>
            </a:r>
            <a:endParaRPr lang="en-US" dirty="0">
              <a:hlinkClick r:id="rId3"/>
            </a:endParaRPr>
          </a:p>
          <a:p>
            <a:r>
              <a:rPr lang="en-US" dirty="0"/>
              <a:t>Animation</a:t>
            </a:r>
          </a:p>
          <a:p>
            <a:pPr lvl="1"/>
            <a:r>
              <a:rPr lang="en-US" dirty="0">
                <a:hlinkClick r:id="rId3"/>
              </a:rPr>
              <a:t>https://joshvarty.github.io/VisualizingRNNs/</a:t>
            </a:r>
            <a:r>
              <a:rPr lang="en-US" dirty="0"/>
              <a:t> </a:t>
            </a:r>
          </a:p>
          <a:p>
            <a:r>
              <a:rPr lang="en-US" dirty="0"/>
              <a:t>Good Read</a:t>
            </a:r>
          </a:p>
          <a:p>
            <a:pPr lvl="1"/>
            <a:r>
              <a:rPr lang="en-US" dirty="0">
                <a:hlinkClick r:id="rId4"/>
              </a:rPr>
              <a:t>https://karpathy.github.io/2015/05/21/rnn-effectiveness</a:t>
            </a:r>
            <a:r>
              <a:rPr lang="en-US" dirty="0"/>
              <a:t>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5DBCAB-9EE2-1E27-44C4-9485E80D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340009471"/>
      </p:ext>
    </p:extLst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675650-C74B-F4B2-9063-4E3DAE2ABA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79936" y="9093200"/>
            <a:ext cx="18206357" cy="5037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i="1" dirty="0">
                <a:hlinkClick r:id="rId2"/>
              </a:rPr>
              <a:t>https://medium.com/@hasanshujaat4/recurrent-neural-network-and-its-variants-de75f9ee063</a:t>
            </a:r>
            <a:r>
              <a:rPr lang="en-US" sz="4800" i="1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D4BADC-3673-871B-D522-6C9FF791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Variants</a:t>
            </a:r>
          </a:p>
        </p:txBody>
      </p:sp>
      <p:pic>
        <p:nvPicPr>
          <p:cNvPr id="5" name="Picture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60809086-2477-CC23-EF85-736DEB402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22" y="4493985"/>
            <a:ext cx="13973183" cy="420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76215"/>
      </p:ext>
    </p:extLst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E9FF25-975C-D3B3-0097-6C8A95D333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Context lost</a:t>
            </a:r>
          </a:p>
          <a:p>
            <a:pPr lvl="1"/>
            <a:r>
              <a:rPr lang="en-US" dirty="0"/>
              <a:t>Vanishing gradient</a:t>
            </a:r>
          </a:p>
          <a:p>
            <a:r>
              <a:rPr lang="en-US" dirty="0"/>
              <a:t>Sequential calculation</a:t>
            </a:r>
          </a:p>
          <a:p>
            <a:pPr lvl="1"/>
            <a:r>
              <a:rPr lang="en-US" dirty="0"/>
              <a:t>Cannot parallelize computation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5CD5F4-E112-CFD5-0473-0C211BF1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Disadvantages</a:t>
            </a:r>
          </a:p>
        </p:txBody>
      </p:sp>
    </p:spTree>
    <p:extLst>
      <p:ext uri="{BB962C8B-B14F-4D97-AF65-F5344CB8AC3E}">
        <p14:creationId xmlns:p14="http://schemas.microsoft.com/office/powerpoint/2010/main" val="1137770861"/>
      </p:ext>
    </p:extLst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99D7-DFCF-BAB6-6FDE-24A163F0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EB5A6F-0979-A81D-83B2-5F8A92A1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645" y="8440270"/>
            <a:ext cx="18206357" cy="3822663"/>
          </a:xfrm>
        </p:spPr>
        <p:txBody>
          <a:bodyPr/>
          <a:lstStyle/>
          <a:p>
            <a:r>
              <a:rPr lang="en-US" dirty="0"/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2909208632"/>
      </p:ext>
    </p:extLst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C3B2D0-B22C-0940-5742-06DE58114D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A type of neural network architecture that excels at processing sequential data</a:t>
            </a:r>
          </a:p>
          <a:p>
            <a:pPr lvl="1"/>
            <a:r>
              <a:rPr lang="en-US" dirty="0"/>
              <a:t>Utilizing a mechanism called </a:t>
            </a:r>
            <a:r>
              <a:rPr lang="en-US" b="1" i="1" dirty="0">
                <a:solidFill>
                  <a:schemeClr val="accent1"/>
                </a:solidFill>
              </a:rPr>
              <a:t>self-attention</a:t>
            </a:r>
            <a:r>
              <a:rPr lang="en-US" b="1" i="1" dirty="0"/>
              <a:t> </a:t>
            </a:r>
            <a:r>
              <a:rPr lang="en-US" dirty="0"/>
              <a:t>to understand the context and relationships between different parts of the sequence.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87B1AA-A926-8782-6421-2C68F9FF9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70886564"/>
      </p:ext>
    </p:extLst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8FFC78-30B0-4D2B-4377-47B652B42C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Encoder-Decoder</a:t>
            </a:r>
          </a:p>
          <a:p>
            <a:pPr lvl="1"/>
            <a:r>
              <a:rPr lang="en-US" dirty="0"/>
              <a:t>Language translation</a:t>
            </a:r>
          </a:p>
          <a:p>
            <a:r>
              <a:rPr lang="en-US" dirty="0"/>
              <a:t>Encoder (only)</a:t>
            </a:r>
          </a:p>
          <a:p>
            <a:pPr lvl="1"/>
            <a:r>
              <a:rPr lang="en-US" dirty="0"/>
              <a:t>Bert (Bidirectional Encoder Representations from Transformers)</a:t>
            </a:r>
          </a:p>
          <a:p>
            <a:r>
              <a:rPr lang="en-US" dirty="0"/>
              <a:t>Decoder (only)</a:t>
            </a:r>
          </a:p>
          <a:p>
            <a:pPr lvl="1"/>
            <a:r>
              <a:rPr lang="en-US" dirty="0"/>
              <a:t>GPT (Generative Pretrained Transformer)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180947-B454-F0C4-3B2E-CDAA063A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2893108153"/>
      </p:ext>
    </p:extLst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072AB0-3D20-F556-49B8-7B4E5C1260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3" y="4087906"/>
            <a:ext cx="18206357" cy="820750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Visualization 1</a:t>
            </a:r>
          </a:p>
          <a:p>
            <a:pPr lvl="1"/>
            <a:r>
              <a:rPr lang="en-US" dirty="0">
                <a:hlinkClick r:id="rId2"/>
              </a:rPr>
              <a:t>https://poloclub.github.io/transformer-explainer/</a:t>
            </a:r>
            <a:endParaRPr lang="en-US" dirty="0"/>
          </a:p>
          <a:p>
            <a:r>
              <a:rPr lang="en-US" dirty="0"/>
              <a:t>Visualization 2</a:t>
            </a:r>
          </a:p>
          <a:p>
            <a:pPr lvl="1"/>
            <a:r>
              <a:rPr lang="en-US" dirty="0">
                <a:hlinkClick r:id="rId3"/>
              </a:rPr>
              <a:t>https://bbycroft.net/llm</a:t>
            </a:r>
            <a:r>
              <a:rPr lang="en-US" dirty="0"/>
              <a:t> </a:t>
            </a:r>
          </a:p>
          <a:p>
            <a:r>
              <a:rPr lang="en-US" dirty="0"/>
              <a:t>Attention Visualized</a:t>
            </a:r>
          </a:p>
          <a:p>
            <a:pPr lvl="1"/>
            <a:r>
              <a:rPr lang="en-US" dirty="0">
                <a:hlinkClick r:id="rId4"/>
              </a:rPr>
              <a:t>https://huggingface.co/spaces/exbert-project/exbert</a:t>
            </a:r>
            <a:r>
              <a:rPr lang="en-US" dirty="0"/>
              <a:t> </a:t>
            </a:r>
          </a:p>
          <a:p>
            <a:r>
              <a:rPr lang="en-US" dirty="0"/>
              <a:t>Really good lectures</a:t>
            </a:r>
          </a:p>
          <a:p>
            <a:pPr lvl="1"/>
            <a:r>
              <a:rPr lang="en-US" dirty="0">
                <a:hlinkClick r:id="rId5"/>
              </a:rPr>
              <a:t>https://www.nlpdemystified.org/course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F020BA-2DE8-745A-9AF8-5003E423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1051758544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Default Theme">
  <a:themeElements>
    <a:clrScheme name="Custom 1">
      <a:dk1>
        <a:srgbClr val="7F7F7F"/>
      </a:dk1>
      <a:lt1>
        <a:srgbClr val="FFFFFF"/>
      </a:lt1>
      <a:dk2>
        <a:srgbClr val="3F3F3F"/>
      </a:dk2>
      <a:lt2>
        <a:srgbClr val="FFFFFF"/>
      </a:lt2>
      <a:accent1>
        <a:srgbClr val="D49076"/>
      </a:accent1>
      <a:accent2>
        <a:srgbClr val="62A3C4"/>
      </a:accent2>
      <a:accent3>
        <a:srgbClr val="9F9EA2"/>
      </a:accent3>
      <a:accent4>
        <a:srgbClr val="D7D5D4"/>
      </a:accent4>
      <a:accent5>
        <a:srgbClr val="2E2E35"/>
      </a:accent5>
      <a:accent6>
        <a:srgbClr val="9F9EA2"/>
      </a:accent6>
      <a:hlink>
        <a:srgbClr val="C48A76"/>
      </a:hlink>
      <a:folHlink>
        <a:srgbClr val="FFC000"/>
      </a:folHlink>
    </a:clrScheme>
    <a:fontScheme name="Kanit">
      <a:majorFont>
        <a:latin typeface="Kanit SemiBold"/>
        <a:ea typeface=""/>
        <a:cs typeface="Kanit SemiBold"/>
      </a:majorFont>
      <a:minorFont>
        <a:latin typeface="Kanit"/>
        <a:ea typeface=""/>
        <a:cs typeface="Kani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3500">
          <a:solidFill>
            <a:schemeClr val="accent6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">
      <a:majorFont>
        <a:latin typeface="Montserrat"/>
        <a:ea typeface=""/>
        <a:cs typeface="Kanit"/>
      </a:majorFont>
      <a:minorFont>
        <a:latin typeface="Karla"/>
        <a:ea typeface=""/>
        <a:cs typeface="Kani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chemeClr val="accent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37360</TotalTime>
  <Words>447</Words>
  <Application>Microsoft Office PowerPoint</Application>
  <PresentationFormat>Custom</PresentationFormat>
  <Paragraphs>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 Light</vt:lpstr>
      <vt:lpstr>Cambria Math</vt:lpstr>
      <vt:lpstr>Kanit</vt:lpstr>
      <vt:lpstr>Kanit Light</vt:lpstr>
      <vt:lpstr>Kanit SemiBold</vt:lpstr>
      <vt:lpstr>Karla</vt:lpstr>
      <vt:lpstr>Roboto Regular</vt:lpstr>
      <vt:lpstr>Default Theme</vt:lpstr>
      <vt:lpstr>Custom Design</vt:lpstr>
      <vt:lpstr>Artificial Intelligence</vt:lpstr>
      <vt:lpstr>LLM</vt:lpstr>
      <vt:lpstr>Natural Language Processing (NLP)</vt:lpstr>
      <vt:lpstr>NLP Technologies</vt:lpstr>
      <vt:lpstr>Text Generation</vt:lpstr>
      <vt:lpstr>Next Word Prediction</vt:lpstr>
      <vt:lpstr>Next Word Prediction</vt:lpstr>
      <vt:lpstr>N-Grams</vt:lpstr>
      <vt:lpstr>N-Grams</vt:lpstr>
      <vt:lpstr>N-Grams Disadvantages</vt:lpstr>
      <vt:lpstr>Recurrent Neural Network</vt:lpstr>
      <vt:lpstr>RNN</vt:lpstr>
      <vt:lpstr>PowerPoint Presentation</vt:lpstr>
      <vt:lpstr>PowerPoint Presentation</vt:lpstr>
      <vt:lpstr>PowerPoint Presentation</vt:lpstr>
      <vt:lpstr>PowerPoint Presentation</vt:lpstr>
      <vt:lpstr>Resources</vt:lpstr>
      <vt:lpstr>RNN Variants</vt:lpstr>
      <vt:lpstr>RNN Disadvantages</vt:lpstr>
      <vt:lpstr>Transformer</vt:lpstr>
      <vt:lpstr>Transformer</vt:lpstr>
      <vt:lpstr>Transformer Models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Techniques in Manufacturing</dc:title>
  <dc:subject/>
  <dc:creator>Nirand Pisutha-Arnond</dc:creator>
  <cp:keywords/>
  <dc:description/>
  <cp:lastModifiedBy>NIRAND PISUTHA-ARNOND</cp:lastModifiedBy>
  <cp:revision>7077</cp:revision>
  <dcterms:created xsi:type="dcterms:W3CDTF">2014-11-12T21:47:38Z</dcterms:created>
  <dcterms:modified xsi:type="dcterms:W3CDTF">2026-03-10T20:06:20Z</dcterms:modified>
  <cp:category/>
</cp:coreProperties>
</file>